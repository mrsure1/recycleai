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transition xmlns:p="http://schemas.openformats.org/presentationml/2006/main"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